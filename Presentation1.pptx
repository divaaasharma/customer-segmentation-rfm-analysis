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DB38-96D1-E45C-F258-E69378A2D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2E0F1-F99D-A641-2EE0-84A9622E0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59738-7507-AF1C-6CEA-80036DA33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DADA0-C93D-C24D-633A-D834805B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A572F-C9A4-3A5F-8D4A-ED381DC5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296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FE5C-687D-FE21-2DF2-5E1E84B36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5E37-2BB5-85CC-1E91-85734D02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A569E-EE3D-8275-71B5-3AF0E87B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22B22-A4C4-A86F-E350-984D5522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43B93-6730-BF10-2579-57B7571A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5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7E68-33D8-0A26-A12B-CA5CAF576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1BB55-462C-00DA-1B24-050ED056E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DB277-1FB9-37EE-8F64-6587B2DA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1BEF-86A1-E436-7A54-E748565B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23EA1-9FBF-AE2F-C53B-DA44A8FC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48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E05D-B5C3-073C-508E-5D3F0512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1AD2-89FA-FF63-FFA6-2D5F5C041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085CD-1E3C-8485-2B31-41C8F83E3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E8AD-7F30-99DA-36B3-E54E43C3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8BFAE-1564-E049-179C-4853EA13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771E0-622A-8070-2F6C-B16C2458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96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CDD5-200D-B650-3E35-B036F2A9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E0172-A53C-588D-4B46-63DDF3B5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EE0F1-9B71-3077-121B-325E598C2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82B4C-3561-6407-9379-362DAB915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1A21CD-2126-0A9E-F5D2-EACD15A90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4E6F8-CCA3-55A8-F7D1-14B818DCC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8BCF1-F383-E347-2F25-577CE401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1651D-1CFE-6BDD-842A-18B54B4B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46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9B8C-3A60-C5BF-4F0D-9D192652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9BC03-15AA-1469-AF74-4D887F3F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14E7A-AE04-E0B9-0541-6E0ACF47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80A4E-8846-3915-BB7C-F62D7FE9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16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810EDD-4062-9247-BE26-EDA79C81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6C1E2-6EB4-F0CE-9943-8DF186C2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3519F-1AEC-E558-A42D-38DF718B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59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FFD4-EB0F-86C7-DE37-DC586CCBE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607A6-18DB-2004-3170-2EEF6273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387D8-26D6-1F13-BD27-748A2116D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C12FD-BC8B-0EBD-E7F1-1648A933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77023-0593-30C3-B624-25BF7D8F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1FD2B-6070-1A8D-4158-53041CC4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41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3001-C817-6D41-383C-301220F4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304AC-D865-A411-F254-880F62D53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BE089-2DFF-757C-BA4A-56838D837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93E50-8EAA-C8A2-D7D2-D1788916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A9A1F-942A-F7F6-EE4E-D04D2BE3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0813F-DD4F-16F0-262C-50DF7751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1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6DD0-168E-0449-28CA-5F492DF7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17C80-9549-0912-BD0D-D68600120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F7B55-95F8-1956-7F64-E9B1D9EF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66614-9841-F3E1-2F15-9725B204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BFC03-E5A0-4CAF-6923-D7F2BFAC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98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6F30D-3498-5A5D-F7B9-A4870F52D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42029-E47D-92F8-9C05-F61EA5694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79627-AE5A-0EB4-B85E-5D8C02AC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BD0C1-2CDD-9344-A8B4-4004A8AB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3A2AE-56F4-C181-9D49-21118444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68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6DB81-632E-0C34-DC99-2010C803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16B4A-C287-6BD7-7A9C-0B1B61AF0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1290-5134-0779-5410-05CD08DF6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D0D3F-B06A-4EA9-9455-1DBF548D0676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D7B7F-628B-66C5-ED93-88F9004F8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19DF2-34FF-C5FF-6652-91D10C151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56795-4A7E-422B-9C99-73272D29D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89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B94ED-66C8-3752-4963-DA873EF1D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86" y="288485"/>
            <a:ext cx="11255828" cy="6164658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37286-3ADC-B537-FCC3-3351597141B1}"/>
              </a:ext>
            </a:extLst>
          </p:cNvPr>
          <p:cNvSpPr txBox="1"/>
          <p:nvPr/>
        </p:nvSpPr>
        <p:spPr>
          <a:xfrm>
            <a:off x="4963886" y="44849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15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Sharma</dc:creator>
  <cp:lastModifiedBy>Divyanshi Sharma</cp:lastModifiedBy>
  <cp:revision>1</cp:revision>
  <dcterms:created xsi:type="dcterms:W3CDTF">2026-08-11T21:02:24Z</dcterms:created>
  <dcterms:modified xsi:type="dcterms:W3CDTF">2026-08-11T21:03:15Z</dcterms:modified>
</cp:coreProperties>
</file>